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Medidas 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para la Protección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en Nestlé Corporativo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3639312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Examen de Título  •  Carrera: Ciberseguridad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•  IP IACC  • 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la presentación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6868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9418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Contextualización del problema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6362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63624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6362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16367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y objetivos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5856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331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y metodología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5351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53512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5351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0266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identificadas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4845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48456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4845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37216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mejora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86868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868680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86868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9418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y software propuesto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56362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563624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56362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16367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correcciones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25856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258568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25856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928" y="2331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análisis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295351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953512"/>
            <a:ext cx="41148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95351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38928" y="30266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Contextualización del problema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Nestlé?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298448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las empresas más grandes de Chile y el mundo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información altamente confidencial: financiera, personal, recetas, proyectos de innovación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implementado nuevas áreas de TI para fortalecer la seguridad de sus sistemas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edificio corporativo concentra la jerarquía organizacional de Chile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822960"/>
            <a:ext cx="402336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proyecto?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298448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Trabajé en empresa subcontratista 'Inteldata' en el piso N-9 corporativo de Nestlé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Detecté múltiples brechas de seguridad durante la ejecución de trabajos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que solo puede observarse desde el interior de la organización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diseñar soluciones efectivas basadas en experiencia real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"Fortalecimiento en la protección de datos sensibles del edificio corporativo de Nestlé"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417320"/>
            <a:ext cx="28346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del problema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892808"/>
            <a:ext cx="26517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corporativo Nestlé Chile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N-9: oficinas de la jerarquía organizacional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principal y áreas de trabajo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17320"/>
            <a:ext cx="283464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principales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892808"/>
            <a:ext cx="26517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ineficiente de personal externo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concientización del personal de seguridad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monitoreo continuo en áreas críticas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protocolo para personal externo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417320"/>
            <a:ext cx="283464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892808"/>
            <a:ext cx="26517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intrusión por ingeniería social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confidenciales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confianza institucional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 por ciberataques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investigación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crear planes de mitigación de vulnerabilidades en el control de acceso al edificio corporativo de Nestlé, fortaleciendo la protección de los datos confidenciales.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23160"/>
            <a:ext cx="502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231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6968" y="2468880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auditorías para verificar el control de acceso al edificio corporativo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72968"/>
            <a:ext cx="502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729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86968" y="3218688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Concientizar y capacitar al personal interno y externo sobre técnicas de ingeniería social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922776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22776"/>
            <a:ext cx="502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2277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86968" y="3968496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medidas para proteger datos sensibles y confidenciales en el área corporativa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42316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423160"/>
            <a:ext cx="502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231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230368" y="2468880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protocolos que integren la seguridad física y digital del edificio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172968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172968"/>
            <a:ext cx="502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1729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30368" y="3218688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al personal en técnicas de prevención contra ataques de ingeniería social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teórico: fundamentos de ciberseguridad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CIA — Pilar de la Seguridad de la Información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2743200" cy="2103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información de accesos no autorizados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1234440"/>
            <a:ext cx="2743200" cy="21031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64408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55848" y="2423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que los datos no sean alterados sin autorización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234440"/>
            <a:ext cx="2743200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08776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0216" y="2423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el acceso oportuno a la información autorizada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93008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493008"/>
            <a:ext cx="109728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arte del engaño aplicado a la ciberseguridad. Consiste en manipular psicológicamente a las personas para obtener información confidencial o acceso no autorizado. Técnicas como Tailgating, Pretexting, Phishing físico y Piggybacking representan las principales amenazas identificadas en Nestlé.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la investigación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0467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Investigación Mixta (Cuantitativa + Cualitativa)  •  Diseño: No Experimental / Estudio de Caso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4447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estudio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27432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inicial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categorizar vulnerabilidades en accesos físicos y dispositivos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1874520"/>
            <a:ext cx="2743200" cy="13716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detallado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5786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impacto de cada vulnerabilidad sobre confidencialidad, integridad y disponibilidad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08776" y="1874520"/>
            <a:ext cx="2743200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08776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hipótesis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216" y="25786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controladas y simulaciones de ataques de ingeniería social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3832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recolección de datos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794760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404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Observación directa en sitio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404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Entrevistas al personal de seguridad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270248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159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Análisis documental de políticas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4270248"/>
            <a:ext cx="4069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3159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Simulación de técnicas de ingeniería social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identificadas en terreno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Detectadas durante trabajo en el piso N-9 del edificio corporativo de Nestlé — noviembre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34440"/>
            <a:ext cx="59436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3444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0" y="1344168"/>
            <a:ext cx="868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3441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CRÍTICO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1325880"/>
            <a:ext cx="6720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expuestos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645920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oficina del Gerente General se encontraron dos laptops y una tablet abiertas mientras personal externo realizaba trabajos de instalación. Riesgo directo sobre la triada CIA.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404872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04872"/>
            <a:ext cx="59436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04872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63840" y="2514600"/>
            <a:ext cx="86868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514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496312"/>
            <a:ext cx="6720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no devueltas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81635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el turno, varias credenciales de acceso no fueron devueltas. Las tarjetas permanecieron funcionales sin que nadie reclamara por ellas, generando acceso potencial no autorizado.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575304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75304"/>
            <a:ext cx="59436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75304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63840" y="3685032"/>
            <a:ext cx="868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6850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CRÍTICO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666744"/>
            <a:ext cx="6720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sin relevo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986784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guardia de seguridad asignado se retiró al finalizar su turno sin contar con relevo. El equipo externo quedó solo en el área corporativa sin monitoreo de cámaras ni supervisión.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mejora: visión general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integral para el fortalecimiento de la seguridad de datos en Nestlé Corporativo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40690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984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 especializado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773936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NGFW Fortinet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IP Hikvision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biométrico ZKTeco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Cisco Catalyst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98448"/>
            <a:ext cx="40690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984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de seguridad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73936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Splunk Enterprise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IDS/IPS: Snort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EDR: CrowdStrike Falcon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segura: OpenVPN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08960"/>
            <a:ext cx="40690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Capacitación del personal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de ingeniería social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Simulaciones de ataques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para personal externo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Infocorp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108960"/>
            <a:ext cx="40690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08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Políticas y protocolos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584448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reforzado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credenciales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en cambios de turno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periódicas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hardware propuestos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640080" cy="11704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2296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33272" y="896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ProLiant DL380 Gen10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12252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seguridad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" y="1463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logs y gestiona accesos corporativos en tiempo real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139696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39696"/>
            <a:ext cx="640080" cy="11704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39696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33272" y="22128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FortiGate 100F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25420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NGFW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" y="27797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 paquetes y protección perimetral de la red corporativa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56432"/>
            <a:ext cx="640080" cy="11704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56432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33272" y="35295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DS-2CD2145FWD-I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3272" y="38587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IP de seguridad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" y="40965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 de accesos y áreas críticas corporativas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82296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822960"/>
            <a:ext cx="640080" cy="11704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82296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22392" y="896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ZKTeco SpeedFace-V5L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22392" y="12252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biométrico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2392" y="1463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para autenticación segura de accesos físicos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14600" y="2139696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2139696"/>
            <a:ext cx="640080" cy="11704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2139696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227832" y="22128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Catalyst 9200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27832" y="25420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administrable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27832" y="27797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redes para minimizar la exposición a ataques internos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software propuestos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109728" cy="11704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22960"/>
            <a:ext cx="40690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2252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Enterprise 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15544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análisis de incidentes en tiempo real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139696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39696"/>
            <a:ext cx="109728" cy="11704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39696"/>
            <a:ext cx="4069080" cy="34747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139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de Software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VM-Series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87121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la seguridad en redes virtualizadas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56432"/>
            <a:ext cx="109728" cy="11704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456432"/>
            <a:ext cx="406908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858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879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respuesta ante amenazas en endpoints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82296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822960"/>
            <a:ext cx="109728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822960"/>
            <a:ext cx="406908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Segura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12252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15544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cifrado con autenticación MFA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14600" y="2139696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2139696"/>
            <a:ext cx="10972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2139696"/>
            <a:ext cx="40690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2139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Intrusos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25420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IDS/IPS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97480" y="287121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tráfico sospechoso en la red corporativa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 propuesta de mejora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integración del sistema de ciberseguridad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192024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61872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192024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10128"/>
            <a:ext cx="192024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310128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1645920"/>
            <a:ext cx="2103120" cy="1920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645920"/>
            <a:ext cx="21031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261872"/>
            <a:ext cx="192024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261872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2286000"/>
            <a:ext cx="192024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3310128"/>
            <a:ext cx="192024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310128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1581912"/>
            <a:ext cx="1417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581912"/>
            <a:ext cx="1325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2606040"/>
            <a:ext cx="1417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2606040"/>
            <a:ext cx="1325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3630168"/>
            <a:ext cx="1417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3630168"/>
            <a:ext cx="1325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Snort + Firewall Fortinet protegen el perímetro de la red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187952"/>
            <a:ext cx="850392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06240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Snort + Firewall Fortinet protegen el perímetro de la red corporativa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del proyecto — Carta Gantt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28803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046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55778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2016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992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5968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7944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920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1896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3872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58480" y="804672"/>
            <a:ext cx="61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152144"/>
            <a:ext cx="288036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18872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de información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1152144"/>
            <a:ext cx="557784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6976" y="1237488"/>
            <a:ext cx="54660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1578864"/>
            <a:ext cx="28803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61544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sistemas actuales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1578864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56736" y="1664208"/>
            <a:ext cx="54660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005584"/>
            <a:ext cx="288036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04216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005584"/>
            <a:ext cx="557784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6496" y="2090928"/>
            <a:ext cx="54660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432304"/>
            <a:ext cx="28803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46888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y configuración de equipos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2432304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6256" y="2517648"/>
            <a:ext cx="85648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859024"/>
            <a:ext cx="288036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89560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sistemas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2859024"/>
            <a:ext cx="557784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16016" y="2944368"/>
            <a:ext cx="85648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285744"/>
            <a:ext cx="28803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32232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personal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0" y="3285744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35776" y="3371088"/>
            <a:ext cx="85648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712464"/>
            <a:ext cx="288036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74904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simulaciones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0" y="3712464"/>
            <a:ext cx="557784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06136" y="3797808"/>
            <a:ext cx="54660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4139184"/>
            <a:ext cx="28803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17576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y optimización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0" y="4139184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55536" y="4224528"/>
            <a:ext cx="54660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4565904"/>
            <a:ext cx="288036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4602480"/>
            <a:ext cx="2724912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entrega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0" y="4565904"/>
            <a:ext cx="5577840" cy="426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75296" y="4651248"/>
            <a:ext cx="546608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correcciones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utilizadas: Wireshark, Snort, Splunk SIEM, pruebas de pentesting controladas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61872"/>
            <a:ext cx="1097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Firewalls e IDS/IPS funcionan según especificaciones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95681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956816"/>
            <a:ext cx="1097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24942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Hardware y software interactúan correctamente en la red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651760"/>
            <a:ext cx="1097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883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94436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 impacto negativo en velocidad y estabilidad de la 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346704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83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6393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 detectaron falsos positivos en IDS/IPS — corregidos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04164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041648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usabilidad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3425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30% del personal requirió refuerzo de capacitación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0392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72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general: mejoras significativas en detección y prevención de amenazas. Ajustes realizados y verificados.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análisis de la propuesta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41148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intentos de acceso no autorizado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14800" cy="17830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en seguridad de accesos físicos biométricos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4114800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26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susceptibilidad a phishing e ingeniería social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4114800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26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4846320" y="3840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sospechosos aún en análisis profundo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 resultados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046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804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alcanzados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804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/ Pendientes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2618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26187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133502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IDS/IPS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133502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reducción de intentos de acceso no autorizado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33502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falsos positivos en reglas de detección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176272"/>
            <a:ext cx="8503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17627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224942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biométrico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24942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mejora en accesos físicos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24942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mantenimiento continuo de base de datos biométrica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0906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9067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" y="316382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316382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percepción del riesgo de ingeniería social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16382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del personal sigue siendo vulnerable — refuerzo necesario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005072"/>
            <a:ext cx="8503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00507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" y="407822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407822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superficie de ataque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07822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de eventos sospechosos requieren análisis más profundo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68580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22960"/>
            <a:ext cx="685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78992" y="877824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significativa lograda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1170432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de hardware especializado (firewalls NGFW, biometría, cámaras IP) generó una mejora sustancial en la protección de datos del edificio corporativo.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847088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47088"/>
            <a:ext cx="68580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47088"/>
            <a:ext cx="685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78992" y="1901952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físicos fortalecidos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194560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biométricos redujeron en un 95% la posibilidad de accesos no autorizados, mitigando el principal vector de ataque identificado.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71216"/>
            <a:ext cx="68580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71216"/>
            <a:ext cx="685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78992" y="2926080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capacitación es crítica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21868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concienciación del personal sigue siendo el punto más débil. Un 30% continúa siendo vulnerable a ingeniería social, requiriendo simulaciones frecuentes.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95344"/>
            <a:ext cx="68580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95344"/>
            <a:ext cx="685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78992" y="3950208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 necesario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242816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mejorar los protocolos de respuesta ante eventos detectados por el SIEM. Las auditorías periódicas son esenciales para mantener la efectividad.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aportes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1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|  Ciberseguridad - IP IACC  |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fortalecer la seguridad de datos a futuro en Nestlé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61872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Simulaciones periódicas de ataques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93592" y="1298448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6642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pruebas sorpresa de ingeniería social cada trimestre para medir y reforzar la concienciación del personal de seguridad.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26187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261872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IDS/IPS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82712" y="1298448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6642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umbrales de detección y mejorar respuesta automática ante amenazas para reducir falsos positivos.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45059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450592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en monitoreo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93592" y="2487168"/>
            <a:ext cx="777240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487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8529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sistemas de análisis predictivo para detectar patrones sospechosos antes de que ocurran incidentes.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45059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450592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periódicas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82712" y="2487168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2487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28529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revisión mensual de logs y una auditoría integral semestral para detectar anomalías de manera proactiva.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63931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639312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cambio de turno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93592" y="3675888"/>
            <a:ext cx="7772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93592" y="3675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Crítica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404164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procedimiento formal de traspaso de guardia que garantice supervisión continua sin brechas en áreas sensibles.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363931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639312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2064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estricta de credenciales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82712" y="3675888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82712" y="3675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404164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sistema de registro digital de entrega y devolución de credenciales con alertas automáticas por pérdida.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48640"/>
            <a:ext cx="1645920" cy="164592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594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🔒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Medidas de Ciberseguridad — Nestlé Corporativo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Vega Soto  •  Carrera: Ciberseguridad  •  IP IACC  • 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8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ciberseguridad no es solo tecnología — es cultura organizacional."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Implementación de Medidas de Ciberseguridad - Nestlé</dc:title>
  <dc:subject>PptxGenJS Presentation</dc:subject>
  <dc:creator>PptxGenJS</dc:creator>
  <cp:lastModifiedBy>PptxGenJS</cp:lastModifiedBy>
  <cp:revision>1</cp:revision>
  <dcterms:created xsi:type="dcterms:W3CDTF">2026-03-16T12:39:55Z</dcterms:created>
  <dcterms:modified xsi:type="dcterms:W3CDTF">2026-03-16T12:39:55Z</dcterms:modified>
</cp:coreProperties>
</file>